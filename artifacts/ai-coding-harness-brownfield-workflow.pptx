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讲解提示：这一套流程针对已有项目，不把 AI 当作一次性代码生成器，而是把它放进可追踪、可测试、可验收的工程闭环。
来源：docs/ai-coding-harness-development-workflow.md；README.md；AGENTS.md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讲解提示：用角色而不是模型品牌来定义流程。Codex 拥有业务代码写权限，Claude 的默认职责是独立验收。
来源：docs/ai-coding-harness-development-workflow.md；.qoder/agents/spec-reviewer.md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讲解提示：这里用当前仓库的父仓 + 两个 submodule 结构说明 brownfield 的特殊性：验收不能只看父仓 diff。
来源：AGENTS.md；README.md；openspec/project.md；当前 git status 与 openspec list --json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讲解提示：流程重点是状态转换：Explore 之后才 Proposal，Proposal 经过人类签字才 Apply，Apply 后固定 commit 才能交给 Claude。
来源：docs/ai-coding-harness-development-workflow.md；.qoder/rules/spec-driven-workflow.md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讲解提示：强调 OpenSpec 的两种用途：Codex 用它知道要做什么，Claude 用它判断实际做了什么。当前官方 spec-driven schema 包含 specs 阶段。
来源：openspec/config.yaml；openspec/project.md；OpenSpec spec-driven schema: https://github.com/Fission-AI/OpenSpec/blob/main/schemas/spec-driven/schema.yaml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讲解提示：后端案例使用仓库现有 user-profile capability。演示一个小的行为变更：nickname 超长时的 422 错误。
来源：openspec/specs/user-profile/spec.md；backend/src/main/java/com/mooc/app/controller/ProfileController.java；backend/src/main/java/com/mooc/app/service/ProfileService.java；backend/src/test/java/com/mooc/app/controller/ProfileControllerTest.java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讲解提示：把当前仓库的 spec-reviewer 双向对账方式转成 Claude 的验收动作。关键不是“看起来合理”，而是每一条都要有证据。
来源：docs/ai-coding-harness-development-workflow.md；.qoder/agents/spec-reviewer.md；backend/src/test/java/com/mooc/app/controller/ProfileControllerTest.java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讲解提示：前端案例使用当前 profile 页面和已有测试。重点是让 Claude 检查四态覆盖，同时确认薄 BFF 边界没有被破坏。
来源：frontend/app/profile/page.tsx；frontend/app/profile/_components/ProfileView.tsx；frontend/app/profile/page.test.tsx；frontend/lib/backend.ts；frontend/lib/api/profile.test.ts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讲解提示：这页用于解释为什么前后端不能各自写完再碰运气。OpenSpec spec 与 API contract 是交接点，Claude 在两侧分别核对。
来源：openspec/specs/user-profile/spec.md；backend/src/main/java/com/mooc/app/controller/ProfileController.java；frontend/lib/api/profile.ts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讲解提示：Claude 作为第二个智能体，价值在于上下文和判断的独立性。它应该能发现 Codex 自己不愿意发现的偏差。
来源：docs/ai-coding-harness-development-workflow.md；.qoder/agents/spec-reviewer.md；.qoder/skills/verification-before-completion/SKILL.md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讲解提示：这是独立验收真正产生价值的地方：失败不是终点，而是带证据的返工入口。
来源：docs/ai-coding-harness-development-workflow.md；.qoder/skills/verification-before-completion/SKILL.md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讲解提示：收尾时把 acceptance.md 一起归档，让未来的 Codex 或 Claude 看到完整的决策和证据，而不是只看到最后一版代码。
来源：docs/ai-coding-harness-development-workflow.md；.qoder/commands/opsx/archive.md；AGENTS.md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" y="6949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× BROWNFIELD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94944" y="1207008"/>
            <a:ext cx="56692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已有项目的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开发流程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13232" y="287121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实现 · OpenSpec 约束 · Superpowers 执行 · Claude 验收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34564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本项目案例：Spring Boot 后端 + Next.js 前端 + 独立验收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59168" y="804672"/>
            <a:ext cx="4315968" cy="5266944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1504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一条变更如何走完？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16368" y="1883664"/>
            <a:ext cx="384048" cy="384048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16368" y="195681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56448" y="190195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82912" y="19110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理解与实现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08392" y="2267712"/>
            <a:ext cx="0" cy="457200"/>
          </a:xfrm>
          <a:prstGeom prst="line">
            <a:avLst/>
          </a:prstGeom>
          <a:noFill/>
          <a:ln w="20320">
            <a:solidFill>
              <a:srgbClr val="2A4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2724912"/>
            <a:ext cx="384048" cy="384048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27980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56448" y="274320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82912" y="275234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共享契约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08392" y="3108960"/>
            <a:ext cx="0" cy="457200"/>
          </a:xfrm>
          <a:prstGeom prst="line">
            <a:avLst/>
          </a:prstGeom>
          <a:noFill/>
          <a:ln w="20320">
            <a:solidFill>
              <a:srgbClr val="2A4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3566160"/>
            <a:ext cx="384048" cy="38404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36393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56448" y="358444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82912" y="359359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 方法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08392" y="3950208"/>
            <a:ext cx="0" cy="457200"/>
          </a:xfrm>
          <a:prstGeom prst="line">
            <a:avLst/>
          </a:prstGeom>
          <a:noFill/>
          <a:ln w="20320">
            <a:solidFill>
              <a:srgbClr val="2A4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4407408"/>
            <a:ext cx="384048" cy="38404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44805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56448" y="442569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2912" y="443484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61504" y="535838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最终决定：人类是否接受证据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009376" y="69494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CODEX + OPENSPEC + SUPERPOWERS + CLAUDE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四种角色，四种责任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 AI 不应该同时拥有“生产 + 裁判”的完整闭环。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011680"/>
            <a:ext cx="2267712" cy="351129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2322576"/>
            <a:ext cx="347472" cy="347472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4048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23225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9264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生产者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69264" y="3456432"/>
            <a:ext cx="179222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374904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读现状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 OpenSpec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写代码与测试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50292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+ 测试 + handoff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63824" y="3310128"/>
            <a:ext cx="274320" cy="493776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011680"/>
            <a:ext cx="2267712" cy="351129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7328" y="2322576"/>
            <a:ext cx="347472" cy="347472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24048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42816" y="23225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67328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共享契约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3767328" y="3456432"/>
            <a:ext cx="179222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374904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67328" y="50292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/ specs / design / tasks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61888" y="3310128"/>
            <a:ext cx="274320" cy="493776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5936" y="2011680"/>
            <a:ext cx="2267712" cy="351129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65392" y="2322576"/>
            <a:ext cx="347472" cy="34747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4048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3225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Superpowers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5392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6565392" y="3456432"/>
            <a:ext cx="179222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374904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65392" y="50292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过程纪律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59952" y="3310128"/>
            <a:ext cx="274320" cy="493776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0" y="2011680"/>
            <a:ext cx="2267712" cy="351129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63456" y="2322576"/>
            <a:ext cx="347472" cy="34747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63456" y="24048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838944" y="232257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63456" y="29077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独立验收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363456" y="3456432"/>
            <a:ext cx="179222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63456" y="374904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 diff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跑测试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双向对账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363456" y="502920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/ FAIL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4672" y="5797296"/>
            <a:ext cx="10552176" cy="402336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5897880"/>
            <a:ext cx="9985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人类只保留三个决定：范围批准、设计批准、最终业务接受。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BROWNFIELD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BROWNFIELD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已有项目的第一步是建立基线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先知道仓库当前是什么状态，再决定这次变更应该落在哪里。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993392"/>
            <a:ext cx="3767328" cy="3785616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408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当前项目地图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33856" y="2862072"/>
            <a:ext cx="146304" cy="146304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23744" y="2807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AGENTS.md · openspec/ · .qoder/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33856" y="3465576"/>
            <a:ext cx="146304" cy="146304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4752" y="34015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3410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3.3 · 8080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33856" y="4069080"/>
            <a:ext cx="146304" cy="146304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4752" y="40050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23744" y="40142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 · React 19 · 3000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33856" y="4672584"/>
            <a:ext cx="146304" cy="146304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44752" y="46085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23744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specs/ · changes/ · archive/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97280" y="5358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父仓只追踪子仓 SHA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57216" y="21396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必须先回答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75504" y="2706624"/>
            <a:ext cx="274320" cy="274320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277063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14416" y="2670048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变更影响哪个仓？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39328" y="2679192"/>
            <a:ext cx="2670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parent / backend / frontend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75504" y="3401568"/>
            <a:ext cx="274320" cy="274320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34655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14416" y="3364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已有能力在哪里？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39328" y="3374136"/>
            <a:ext cx="2670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/ code / tests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75504" y="4096512"/>
            <a:ext cx="274320" cy="274320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4160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14416" y="4059936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当前工作区干净吗？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39328" y="4069080"/>
            <a:ext cx="2670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status / submodule status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75504" y="4791456"/>
            <a:ext cx="274320" cy="274320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75504" y="48554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14416" y="47548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什么证据能证明完成？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39328" y="4764024"/>
            <a:ext cx="2670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 / build / browser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57216" y="5559552"/>
            <a:ext cx="5760720" cy="47548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94960" y="5687568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先基线，后写代码。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BROWNFIELD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一条变更如何走完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每一步都有产物，每个跳步都有门禁。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60704" y="2907792"/>
            <a:ext cx="9838944" cy="0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523744"/>
            <a:ext cx="768096" cy="768096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13232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Explore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只读理解现状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2706624"/>
            <a:ext cx="237744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2523744"/>
            <a:ext cx="768096" cy="768096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23744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23744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OpenSpec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96512" y="2706624"/>
            <a:ext cx="237744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2523744"/>
            <a:ext cx="768096" cy="768096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334256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Sign-off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34256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人类批准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07024" y="2706624"/>
            <a:ext cx="237744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55664" y="2523744"/>
            <a:ext cx="768096" cy="768096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44768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44768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实现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17536" y="2706624"/>
            <a:ext cx="237744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2523744"/>
            <a:ext cx="768096" cy="768096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955280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0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验收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28048" y="2706624"/>
            <a:ext cx="237744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76688" y="2523744"/>
            <a:ext cx="768096" cy="768096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76688" y="2761488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65792" y="367588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Archive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65792" y="405993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收口留痕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" y="5047488"/>
            <a:ext cx="3255264" cy="749808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52669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的输出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286000" y="5266944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代码、测试、handoff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43984" y="5047488"/>
            <a:ext cx="3255264" cy="749808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52669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的输出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07024" y="526694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acceptance.md + PASS/FAIL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101584" y="5047488"/>
            <a:ext cx="3255264" cy="749808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75904" y="52669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人类的输出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582912" y="52669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范围批准与最终接受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BROWNFIELD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OPENSPEC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 把需求变成可审阅的证据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 artifact 既服务 Codex 实现，也服务 Claude 验收。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" y="2157984"/>
            <a:ext cx="2084832" cy="3163824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468880"/>
            <a:ext cx="310896" cy="310896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420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26464" y="246888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proposal.md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3602736"/>
            <a:ext cx="1591056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9534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不做什么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62656" y="3493008"/>
            <a:ext cx="228600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5264" y="2157984"/>
            <a:ext cx="2084832" cy="3163824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2468880"/>
            <a:ext cx="310896" cy="310896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5420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95344" y="246888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specs/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474720" y="3602736"/>
            <a:ext cx="1591056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89534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错误条件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可观察场景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31536" y="3493008"/>
            <a:ext cx="228600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4144" y="2157984"/>
            <a:ext cx="2084832" cy="3163824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468880"/>
            <a:ext cx="310896" cy="310896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5420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246888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design.md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94360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943600" y="3602736"/>
            <a:ext cx="1591056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89534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模块边界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架构取舍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00416" y="3493008"/>
            <a:ext cx="228600" cy="438912"/>
          </a:xfrm>
          <a:prstGeom prst="chevron">
            <a:avLst/>
          </a:prstGeom>
          <a:solidFill>
            <a:srgbClr val="2A4568"/>
          </a:solidFill>
          <a:ln w="12700">
            <a:solidFill>
              <a:srgbClr val="2A45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2157984"/>
            <a:ext cx="2084832" cy="3163824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2468880"/>
            <a:ext cx="310896" cy="310896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542032"/>
            <a:ext cx="310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833104" y="246888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tasks.md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4124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8412480" y="3602736"/>
            <a:ext cx="1591056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3895344"/>
            <a:ext cx="1554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实现顺序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测试方式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完成条件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4672" y="5650992"/>
            <a:ext cx="9473184" cy="438912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5769864"/>
            <a:ext cx="8924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人类签字是闸门：没有批准的 Spec，Codex 不进入业务代码。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552176" y="57424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status 是 artifact 图的事实来源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HARNESS  /  BROWNFIELD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BACKEND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后端案例：个人资料 API 的一项变更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把抽象流程落到真实的 Spring Boot controller、service 和测试。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749040" cy="3840480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40864"/>
            <a:ext cx="1060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已有契约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74320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3F7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PUT /api/users/me/profile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3310128"/>
            <a:ext cx="28163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需求示例：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nickname 超过 30 个字符时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返回统一的 422 校验错误。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4425696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行为证据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475488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B45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error_code = validation_error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B45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details.nickname 存在错误说明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57216" y="21396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按任务推进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75504" y="2743200"/>
            <a:ext cx="274320" cy="274320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80720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14416" y="27066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7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12864" y="271576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新增超长 nickname 测试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12664" y="3026664"/>
            <a:ext cx="0" cy="393192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75504" y="3456432"/>
            <a:ext cx="274320" cy="274320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352044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14416" y="3419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12864" y="342900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最小校验实现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12664" y="3739896"/>
            <a:ext cx="0" cy="393192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75504" y="4169664"/>
            <a:ext cx="274320" cy="274320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5504" y="423367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14416" y="4133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REFACTOR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12864" y="414223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 controller / service 边界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312664" y="4453128"/>
            <a:ext cx="0" cy="393192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75504" y="4882896"/>
            <a:ext cx="274320" cy="274320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494690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14416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REGRESSION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12864" y="485546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跑完整 backend suite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157216" y="5541264"/>
            <a:ext cx="5522976" cy="475488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68112" y="566928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D8A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mvn -f backend/pom.xml test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 /  PROFILE API  /  SPRING BOOT 3.3 + JUNIT 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BACKEND ACCEPTANCE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如何验收后端变更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不相信“已经完成”的口头总结，只对照 Spec 和真实测试。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2066544"/>
            <a:ext cx="4626864" cy="363931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957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正向对账：Spec → 代码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201168" cy="20116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6265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2889504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422 状态码正确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75888" y="28986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ProfileControllerTest...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3456432"/>
            <a:ext cx="201168" cy="20116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930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81328" y="34198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error_code 正确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75888" y="342900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GlobalExceptionHandler...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3986784"/>
            <a:ext cx="201168" cy="20116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2336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81328" y="395020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details.nickname 存在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75888" y="3959352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validation response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97280" y="4517136"/>
            <a:ext cx="201168" cy="20116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55371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448056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正常资料更新不回归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675888" y="448970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updateProfile...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742432" y="2066544"/>
            <a:ext cx="4626864" cy="363931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9904" y="239572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反向对账：代码 → Spec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08192" y="2962656"/>
            <a:ext cx="201168" cy="20116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08192" y="2999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292608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是否偷偷新增未经设计的 API？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08192" y="3493008"/>
            <a:ext cx="201168" cy="20116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456432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是否把业务逻辑塞进 Controller？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08192" y="4023360"/>
            <a:ext cx="201168" cy="20116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405993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986784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是否改变了已有 401 / 409 行为？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08192" y="4553712"/>
            <a:ext cx="201168" cy="20116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45902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51713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是否返回了公开资料不该有的 email？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68096" y="5925312"/>
            <a:ext cx="9601200" cy="292608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8992" y="5989320"/>
            <a:ext cx="8979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验收结论必须引用路径、行号、测试名称和实际输出。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 /  READ-ONLY REVIEW  /  SPEC COMPLIANCE + REGRESSION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FRONTEND 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前端案例：个人资料页的四种状态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同一条后端契约，前端需要把 Content、Empty、Error、Loading 变成可验证的体验。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2834640" cy="3858768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3408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页面入口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frontend/app/profile/page.tsx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33467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Component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预取 /api/users/me/profile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78992" y="4279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9A9FF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frontend/lib/backend.ts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4700016"/>
            <a:ext cx="20665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 BFF 只做 SSR fetch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不写业务事务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61104" y="2139696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验收矩阵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42816" y="2670048"/>
            <a:ext cx="6583680" cy="53035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807208"/>
            <a:ext cx="219456" cy="219456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77977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77977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显示昵称、头像、bio、标签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35440" y="278892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ProfileView tests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42816" y="3401568"/>
            <a:ext cx="6583680" cy="53035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3538728"/>
            <a:ext cx="219456" cy="219456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351129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5112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 Complete Your 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352044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emptyProfile fixture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42816" y="4133088"/>
            <a:ext cx="6583680" cy="53035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70248"/>
            <a:ext cx="219456" cy="219456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424281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424281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失败时有明确提示与入口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425196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需新增失败测试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42816" y="4864608"/>
            <a:ext cx="6583680" cy="53035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5001768"/>
            <a:ext cx="219456" cy="219456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497433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497433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请求中不允许重复提交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35440" y="498348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需覆盖 loading 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42816" y="5650992"/>
            <a:ext cx="6583680" cy="420624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5769864"/>
            <a:ext cx="5907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npm test  +  npm run build  +  浏览器走查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  /  NEXT.JS 16 + REACT 19 + VITEST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CONTRACT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前后端协作的交接点是 API contract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先把行为说清楚，frontend 再按同一份 contract 表现状态。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86384" y="2103120"/>
            <a:ext cx="2907792" cy="345643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4505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305409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HTTP 200 / 401 / 409 / 422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365760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request_id,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error_code,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message,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details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493776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ProfileController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ProfileService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JUnit / MockMvc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23360" y="3493008"/>
            <a:ext cx="1060704" cy="420624"/>
          </a:xfrm>
          <a:prstGeom prst="rightArrow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407822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contract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0096" y="2103120"/>
            <a:ext cx="2907792" cy="3456432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45059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69280" y="3054096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fetch + parse + state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0" y="365760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Loading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0" y="493776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page.tsx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ProfileView.tsx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/ RTL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77072" y="3493008"/>
            <a:ext cx="1060704" cy="420624"/>
          </a:xfrm>
          <a:prstGeom prst="rightArrow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40782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验收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93808" y="2103120"/>
            <a:ext cx="1481328" cy="3456432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25420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31552" y="3236976"/>
            <a:ext cx="9692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两边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都对账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 /  ONE SPEC  /  TWO IMPLEMENTATION SIDES  /  ONE ACCEPTANCE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CLAUDE ACCEPTANCE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的验收不是“再看一眼代码”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它需要独立构建上下文、独立运行命令、独立给出结论。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8096" y="2139696"/>
            <a:ext cx="2249424" cy="314553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468880"/>
            <a:ext cx="292608" cy="29260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420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08176" y="24688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→ Code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05840" y="3035808"/>
            <a:ext cx="170078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8328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 MUST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是否有实现？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是否有测试证据？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566160" y="2139696"/>
            <a:ext cx="2249424" cy="314553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2468880"/>
            <a:ext cx="292608" cy="29260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5420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0" y="24688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7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→ Spec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803904" y="3035808"/>
            <a:ext cx="170078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338328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是否超纲？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是否加了未经批准的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/ 依赖 / 抽象？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64224" y="2139696"/>
            <a:ext cx="2249424" cy="314553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2468880"/>
            <a:ext cx="292608" cy="292608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01968" y="25420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04304" y="24688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69A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Regression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01968" y="3035808"/>
            <a:ext cx="170078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38328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目标测试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全量测试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构建与 lint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是否全部通过？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62288" y="2139696"/>
            <a:ext cx="2249424" cy="314553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00032" y="2468880"/>
            <a:ext cx="292608" cy="29260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0032" y="25420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802368" y="246888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400032" y="3035808"/>
            <a:ext cx="1700784" cy="0"/>
          </a:xfrm>
          <a:prstGeom prst="line">
            <a:avLst/>
          </a:prstGeom>
          <a:noFill/>
          <a:ln w="12700">
            <a:solidFill>
              <a:srgbClr val="2A45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00032" y="3383280"/>
            <a:ext cx="16824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前端四态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可访问性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边界错误提示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4672" y="5687568"/>
            <a:ext cx="10314432" cy="512064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33856" y="5833872"/>
            <a:ext cx="9656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E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时只返回证据化 Action Items，不直接修改业务代码。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 /  READ-ONLY  /  INDEPENDENT EVIDENCE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REWORK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验收失败以后，问题回到 Codex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不修复自己的发现，避免“同一个智能体自己审自己”。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9536" y="2414016"/>
            <a:ext cx="1024128" cy="1024128"/>
          </a:xfrm>
          <a:prstGeom prst="ellipse">
            <a:avLst/>
          </a:prstGeom>
          <a:solidFill>
            <a:srgbClr val="FF7E8E"/>
          </a:solidFill>
          <a:ln w="12700">
            <a:solidFill>
              <a:srgbClr val="FF7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FAIL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7124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记录路径、行号、复现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4096512"/>
            <a:ext cx="1024128" cy="10241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44256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acceptance.md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89504" y="53949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保存问题与证据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24144" y="4096512"/>
            <a:ext cx="1024128" cy="1024128"/>
          </a:xfrm>
          <a:prstGeom prst="ellipse">
            <a:avLst/>
          </a:prstGeom>
          <a:solidFill>
            <a:srgbClr val="69A9FF"/>
          </a:solidFill>
          <a:ln w="12700">
            <a:solidFill>
              <a:srgbClr val="69A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442569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FIX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21808" y="539496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 RED，再修复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2414016"/>
            <a:ext cx="1024128" cy="1024128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RECHECK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54112" y="37124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针对新 SHA 重验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2871216"/>
            <a:ext cx="1481328" cy="1225296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5968" y="4608576"/>
            <a:ext cx="1408176" cy="0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48272" y="4096512"/>
            <a:ext cx="1517904" cy="-1225296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0576" y="2414016"/>
            <a:ext cx="0" cy="-493776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1920240"/>
            <a:ext cx="-7808976" cy="0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1920240"/>
            <a:ext cx="0" cy="493776"/>
          </a:xfrm>
          <a:prstGeom prst="line">
            <a:avLst/>
          </a:prstGeom>
          <a:noFill/>
          <a:ln w="25400">
            <a:solidFill>
              <a:srgbClr val="2A4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16736" y="5669280"/>
            <a:ext cx="9546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 Spec 错了：先回到人类决策，再更新 OpenSpec。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REWORK  /  EVIDENCE → CODE FIX → NEW SHA → RECHECK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ARCHIVE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完成不是“代码能跑”，而是上下文被收口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13385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4C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归档把这次变更的决策、实现、测试和验收证据保存下来。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45952" cy="0"/>
          </a:xfrm>
          <a:prstGeom prst="line">
            <a:avLst/>
          </a:prstGeom>
          <a:noFill/>
          <a:ln w="11430">
            <a:solidFill>
              <a:srgbClr val="2A4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91088" y="274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8096" y="2066544"/>
            <a:ext cx="4590288" cy="3602736"/>
          </a:xfrm>
          <a:prstGeom prst="roundRect">
            <a:avLst/>
          </a:prstGeom>
          <a:solidFill>
            <a:srgbClr val="162B4A"/>
          </a:solidFill>
          <a:ln w="12700">
            <a:solidFill>
              <a:srgbClr val="5CE1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41401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CE1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归档前的门禁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33856" y="2944368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97180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2889504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全部完成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33856" y="3346704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4136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测试全绿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33856" y="3749040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77647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3694176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acceptance PASS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33856" y="4151376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3856" y="4178808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409651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delta spec 已同步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133856" y="4553712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3856" y="4581144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463040" y="449884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 / frontend 子仓已提交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33856" y="4956048"/>
            <a:ext cx="164592" cy="164592"/>
          </a:xfrm>
          <a:prstGeom prst="ellipse">
            <a:avLst/>
          </a:prstGeom>
          <a:solidFill>
            <a:srgbClr val="76D8A4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498348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63040" y="4901184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3F7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父仓已 bump 指针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25312" y="2066544"/>
            <a:ext cx="4974336" cy="3602736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76D8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41401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6D8A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最终上下文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72784" y="290779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3F7FC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openspec/changes/archive/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72784" y="3401568"/>
            <a:ext cx="22311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proposal.md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specs/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design.md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tasks.md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4C4D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acceptance.md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0" y="3438144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这份目录回答：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为什么做、怎么做、做了什么、如何证明。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86384" y="5925312"/>
            <a:ext cx="10076688" cy="274320"/>
          </a:xfrm>
          <a:prstGeom prst="roundRect">
            <a:avLst/>
          </a:prstGeom>
          <a:solidFill>
            <a:srgbClr val="111F36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5980176"/>
            <a:ext cx="9528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让 AI 开始，Harness 让项目知道下一次为什么可以继续。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66928" y="6492240"/>
            <a:ext cx="11045952" cy="0"/>
          </a:xfrm>
          <a:prstGeom prst="line">
            <a:avLst/>
          </a:prstGeom>
          <a:noFill/>
          <a:ln w="10160">
            <a:solidFill>
              <a:srgbClr val="2A4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565392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70" kern="0" dirty="0">
                <a:solidFill>
                  <a:srgbClr val="7D95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ARCHIVE  /  PRESERVE THE REASONING, NOT ONLY THE PATCH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Harness：已有项目开发流程</dc:title>
  <dc:subject>Codex + OpenSpec + Superpowers + Claude Acceptance</dc:subject>
  <dc:creator>Codex</dc:creator>
  <cp:lastModifiedBy>Codex</cp:lastModifiedBy>
  <cp:revision>1</cp:revision>
  <dcterms:created xsi:type="dcterms:W3CDTF">2026-09-05T10:16:46Z</dcterms:created>
  <dcterms:modified xsi:type="dcterms:W3CDTF">2026-09-05T10:16:46Z</dcterms:modified>
</cp:coreProperties>
</file>